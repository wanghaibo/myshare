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74" r:id="rId10"/>
    <p:sldId id="273" r:id="rId11"/>
    <p:sldId id="278" r:id="rId12"/>
    <p:sldId id="275" r:id="rId13"/>
    <p:sldId id="276" r:id="rId14"/>
    <p:sldId id="277" r:id="rId15"/>
    <p:sldId id="279" r:id="rId16"/>
    <p:sldId id="267" r:id="rId17"/>
    <p:sldId id="280" r:id="rId18"/>
    <p:sldId id="281" r:id="rId19"/>
    <p:sldId id="282" r:id="rId20"/>
    <p:sldId id="285" r:id="rId21"/>
    <p:sldId id="283" r:id="rId22"/>
    <p:sldId id="266" r:id="rId23"/>
    <p:sldId id="268" r:id="rId24"/>
    <p:sldId id="286" r:id="rId25"/>
    <p:sldId id="269" r:id="rId26"/>
    <p:sldId id="271" r:id="rId27"/>
  </p:sldIdLst>
  <p:sldSz cx="13004800" cy="9753600"/>
  <p:notesSz cx="6858000" cy="9144000"/>
  <p:defaultTextStyle>
    <a:defPPr marL="0" marR="0" indent="0" algn="l" defTabSz="914400" rtl="0" latinLnBrk="1" hangingPunct="0"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latinLnBrk="0" hangingPunct="0">
      <a:spcBef>
        <a:spcPts val="2400"/>
      </a:spcBef>
      <a:spcAft>
        <a:spcPts val="0"/>
      </a:spcAft>
      <a:buClrTx/>
      <a:buSzTx/>
      <a:buFontTx/>
      <a:buNone/>
      <a:defRPr kumimoji="0" sz="2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1pPr>
    <a:lvl2pPr marL="0" marR="0" indent="228600" algn="l" defTabSz="584200" rtl="0" latinLnBrk="0" hangingPunct="0">
      <a:spcBef>
        <a:spcPts val="2400"/>
      </a:spcBef>
      <a:spcAft>
        <a:spcPts val="0"/>
      </a:spcAft>
      <a:buClrTx/>
      <a:buSzTx/>
      <a:buFontTx/>
      <a:buNone/>
      <a:defRPr kumimoji="0" sz="2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2pPr>
    <a:lvl3pPr marL="0" marR="0" indent="457200" algn="l" defTabSz="584200" rtl="0" latinLnBrk="0" hangingPunct="0">
      <a:spcBef>
        <a:spcPts val="2400"/>
      </a:spcBef>
      <a:spcAft>
        <a:spcPts val="0"/>
      </a:spcAft>
      <a:buClrTx/>
      <a:buSzTx/>
      <a:buFontTx/>
      <a:buNone/>
      <a:defRPr kumimoji="0" sz="2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3pPr>
    <a:lvl4pPr marL="0" marR="0" indent="685800" algn="l" defTabSz="584200" rtl="0" latinLnBrk="0" hangingPunct="0">
      <a:spcBef>
        <a:spcPts val="2400"/>
      </a:spcBef>
      <a:spcAft>
        <a:spcPts val="0"/>
      </a:spcAft>
      <a:buClrTx/>
      <a:buSzTx/>
      <a:buFontTx/>
      <a:buNone/>
      <a:defRPr kumimoji="0" sz="2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4pPr>
    <a:lvl5pPr marL="0" marR="0" indent="914400" algn="l" defTabSz="584200" rtl="0" latinLnBrk="0" hangingPunct="0">
      <a:spcBef>
        <a:spcPts val="2400"/>
      </a:spcBef>
      <a:spcAft>
        <a:spcPts val="0"/>
      </a:spcAft>
      <a:buClrTx/>
      <a:buSzTx/>
      <a:buFontTx/>
      <a:buNone/>
      <a:defRPr kumimoji="0" sz="2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5pPr>
    <a:lvl6pPr marL="0" marR="0" indent="1143000" algn="l" defTabSz="584200" rtl="0" latinLnBrk="0" hangingPunct="0">
      <a:spcBef>
        <a:spcPts val="2400"/>
      </a:spcBef>
      <a:spcAft>
        <a:spcPts val="0"/>
      </a:spcAft>
      <a:buClrTx/>
      <a:buSzTx/>
      <a:buFontTx/>
      <a:buNone/>
      <a:defRPr kumimoji="0" sz="2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6pPr>
    <a:lvl7pPr marL="0" marR="0" indent="1371600" algn="l" defTabSz="584200" rtl="0" latinLnBrk="0" hangingPunct="0">
      <a:spcBef>
        <a:spcPts val="2400"/>
      </a:spcBef>
      <a:spcAft>
        <a:spcPts val="0"/>
      </a:spcAft>
      <a:buClrTx/>
      <a:buSzTx/>
      <a:buFontTx/>
      <a:buNone/>
      <a:defRPr kumimoji="0" sz="2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7pPr>
    <a:lvl8pPr marL="0" marR="0" indent="1600200" algn="l" defTabSz="584200" rtl="0" latinLnBrk="0" hangingPunct="0">
      <a:spcBef>
        <a:spcPts val="2400"/>
      </a:spcBef>
      <a:spcAft>
        <a:spcPts val="0"/>
      </a:spcAft>
      <a:buClrTx/>
      <a:buSzTx/>
      <a:buFontTx/>
      <a:buNone/>
      <a:defRPr kumimoji="0" sz="2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8pPr>
    <a:lvl9pPr marL="0" marR="0" indent="1828800" algn="l" defTabSz="584200" rtl="0" latinLnBrk="0" hangingPunct="0">
      <a:spcBef>
        <a:spcPts val="2400"/>
      </a:spcBef>
      <a:spcAft>
        <a:spcPts val="0"/>
      </a:spcAft>
      <a:buClrTx/>
      <a:buSzTx/>
      <a:buFontTx/>
      <a:buNone/>
      <a:defRPr kumimoji="0" sz="2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4719182" cy="4719182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64" name="Shape 16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标题与副标题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/>
          <p:nvPr/>
        </p:nvSpPr>
        <p:spPr>
          <a:xfrm flipV="1">
            <a:off x="406400" y="6140894"/>
            <a:ext cx="12192000" cy="263"/>
          </a:xfrm>
          <a:prstGeom prst="line">
            <a:avLst/>
          </a:prstGeom>
          <a:ln w="381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3" name="Shape 13"/>
          <p:cNvSpPr/>
          <p:nvPr>
            <p:ph type="title" hasCustomPrompt="1"/>
          </p:nvPr>
        </p:nvSpPr>
        <p:spPr>
          <a:xfrm>
            <a:off x="406400" y="6426200"/>
            <a:ext cx="12192000" cy="27051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7000"/>
            </a:lvl1pPr>
          </a:lstStyle>
          <a:p>
            <a:r>
              <a:t>标题文本</a:t>
            </a:r>
          </a:p>
        </p:txBody>
      </p:sp>
      <p:sp>
        <p:nvSpPr>
          <p:cNvPr id="14" name="Shape 14"/>
          <p:cNvSpPr/>
          <p:nvPr>
            <p:ph type="body" sz="quarter" idx="1" hasCustomPrompt="1"/>
          </p:nvPr>
        </p:nvSpPr>
        <p:spPr>
          <a:xfrm>
            <a:off x="406400" y="4267200"/>
            <a:ext cx="12192000" cy="18034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sz="5400" cap="all">
                <a:solidFill>
                  <a:srgbClr val="A6AAA9"/>
                </a:solidFill>
                <a:latin typeface="Baskerville"/>
                <a:ea typeface="Baskerville"/>
                <a:cs typeface="Baskerville"/>
                <a:sym typeface="Baskerville"/>
              </a:defRPr>
            </a:lvl1pPr>
            <a:lvl2pPr marL="0" indent="22860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sz="5400" cap="all">
                <a:solidFill>
                  <a:srgbClr val="A6AAA9"/>
                </a:solidFill>
                <a:latin typeface="Baskerville"/>
                <a:ea typeface="Baskerville"/>
                <a:cs typeface="Baskerville"/>
                <a:sym typeface="Baskerville"/>
              </a:defRPr>
            </a:lvl2pPr>
            <a:lvl3pPr marL="0" indent="45720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sz="5400" cap="all">
                <a:solidFill>
                  <a:srgbClr val="A6AAA9"/>
                </a:solidFill>
                <a:latin typeface="Baskerville"/>
                <a:ea typeface="Baskerville"/>
                <a:cs typeface="Baskerville"/>
                <a:sym typeface="Baskerville"/>
              </a:defRPr>
            </a:lvl3pPr>
            <a:lvl4pPr marL="0" indent="68580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sz="5400" cap="all">
                <a:solidFill>
                  <a:srgbClr val="A6AAA9"/>
                </a:solidFill>
                <a:latin typeface="Baskerville"/>
                <a:ea typeface="Baskerville"/>
                <a:cs typeface="Baskerville"/>
                <a:sym typeface="Baskerville"/>
              </a:defRPr>
            </a:lvl4pPr>
            <a:lvl5pPr marL="0" indent="91440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sz="5400" cap="all">
                <a:solidFill>
                  <a:srgbClr val="A6AAA9"/>
                </a:solidFill>
                <a:latin typeface="Baskerville"/>
                <a:ea typeface="Baskerville"/>
                <a:cs typeface="Baskerville"/>
                <a:sym typeface="Baskerville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5" name="Shape 15"/>
          <p:cNvSpPr/>
          <p:nvPr>
            <p:ph type="sldNum" sz="quarter" idx="2"/>
          </p:nvPr>
        </p:nvSpPr>
        <p:spPr>
          <a:xfrm>
            <a:off x="12182237" y="431800"/>
            <a:ext cx="419101" cy="4572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照片 - 水平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23" name="Shape 23"/>
          <p:cNvSpPr/>
          <p:nvPr>
            <p:ph type="body" sz="quarter" idx="14"/>
          </p:nvPr>
        </p:nvSpPr>
        <p:spPr>
          <a:xfrm flipV="1">
            <a:off x="406400" y="6140894"/>
            <a:ext cx="12192000" cy="263"/>
          </a:xfrm>
          <a:prstGeom prst="line">
            <a:avLst/>
          </a:prstGeom>
          <a:ln w="38100">
            <a:solidFill>
              <a:srgbClr val="A6AAA9"/>
            </a:solidFill>
          </a:ln>
        </p:spPr>
        <p:txBody>
          <a:bodyPr anchor="ctr">
            <a:noAutofit/>
          </a:bodyPr>
          <a:lstStyle/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4" name="Shape 24"/>
          <p:cNvSpPr/>
          <p:nvPr>
            <p:ph type="title" hasCustomPrompt="1"/>
          </p:nvPr>
        </p:nvSpPr>
        <p:spPr>
          <a:xfrm>
            <a:off x="406400" y="6426200"/>
            <a:ext cx="12192000" cy="27051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7000"/>
            </a:lvl1pPr>
          </a:lstStyle>
          <a:p>
            <a:r>
              <a:t>标题文本</a:t>
            </a:r>
          </a:p>
        </p:txBody>
      </p:sp>
      <p:sp>
        <p:nvSpPr>
          <p:cNvPr id="25" name="Shape 25"/>
          <p:cNvSpPr/>
          <p:nvPr>
            <p:ph type="body" sz="quarter" idx="1" hasCustomPrompt="1"/>
          </p:nvPr>
        </p:nvSpPr>
        <p:spPr>
          <a:xfrm>
            <a:off x="406400" y="4267200"/>
            <a:ext cx="12192000" cy="18034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sz="5400" cap="all">
                <a:solidFill>
                  <a:srgbClr val="A6AAA9"/>
                </a:solidFill>
                <a:latin typeface="Baskerville"/>
                <a:ea typeface="Baskerville"/>
                <a:cs typeface="Baskerville"/>
                <a:sym typeface="Baskerville"/>
              </a:defRPr>
            </a:lvl1pPr>
            <a:lvl2pPr marL="0" indent="22860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sz="5400" cap="all">
                <a:solidFill>
                  <a:srgbClr val="A6AAA9"/>
                </a:solidFill>
                <a:latin typeface="Baskerville"/>
                <a:ea typeface="Baskerville"/>
                <a:cs typeface="Baskerville"/>
                <a:sym typeface="Baskerville"/>
              </a:defRPr>
            </a:lvl2pPr>
            <a:lvl3pPr marL="0" indent="45720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sz="5400" cap="all">
                <a:solidFill>
                  <a:srgbClr val="A6AAA9"/>
                </a:solidFill>
                <a:latin typeface="Baskerville"/>
                <a:ea typeface="Baskerville"/>
                <a:cs typeface="Baskerville"/>
                <a:sym typeface="Baskerville"/>
              </a:defRPr>
            </a:lvl3pPr>
            <a:lvl4pPr marL="0" indent="68580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sz="5400" cap="all">
                <a:solidFill>
                  <a:srgbClr val="A6AAA9"/>
                </a:solidFill>
                <a:latin typeface="Baskerville"/>
                <a:ea typeface="Baskerville"/>
                <a:cs typeface="Baskerville"/>
                <a:sym typeface="Baskerville"/>
              </a:defRPr>
            </a:lvl4pPr>
            <a:lvl5pPr marL="0" indent="91440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sz="5400" cap="all">
                <a:solidFill>
                  <a:srgbClr val="A6AAA9"/>
                </a:solidFill>
                <a:latin typeface="Baskerville"/>
                <a:ea typeface="Baskerville"/>
                <a:cs typeface="Baskerville"/>
                <a:sym typeface="Baskerville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6" name="Shape 26"/>
          <p:cNvSpPr/>
          <p:nvPr>
            <p:ph type="sldNum" sz="quarter" idx="2"/>
          </p:nvPr>
        </p:nvSpPr>
        <p:spPr>
          <a:xfrm>
            <a:off x="12182237" y="431800"/>
            <a:ext cx="419101" cy="4572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与副标题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/>
          <p:nvPr/>
        </p:nvSpPr>
        <p:spPr>
          <a:xfrm flipV="1">
            <a:off x="406400" y="6140894"/>
            <a:ext cx="12192000" cy="263"/>
          </a:xfrm>
          <a:prstGeom prst="line">
            <a:avLst/>
          </a:prstGeom>
          <a:ln w="381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34" name="Shape 34"/>
          <p:cNvSpPr/>
          <p:nvPr>
            <p:ph type="title" hasCustomPrompt="1"/>
          </p:nvPr>
        </p:nvSpPr>
        <p:spPr>
          <a:xfrm>
            <a:off x="406400" y="6426200"/>
            <a:ext cx="12192000" cy="27051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7000"/>
            </a:lvl1pPr>
          </a:lstStyle>
          <a:p>
            <a:r>
              <a:t>标题文本</a:t>
            </a:r>
          </a:p>
        </p:txBody>
      </p:sp>
      <p:sp>
        <p:nvSpPr>
          <p:cNvPr id="35" name="Shape 35"/>
          <p:cNvSpPr/>
          <p:nvPr>
            <p:ph type="body" sz="quarter" idx="1" hasCustomPrompt="1"/>
          </p:nvPr>
        </p:nvSpPr>
        <p:spPr>
          <a:xfrm>
            <a:off x="406400" y="4267200"/>
            <a:ext cx="12192000" cy="18034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sz="5400" cap="all">
                <a:solidFill>
                  <a:srgbClr val="A6AAA9"/>
                </a:solidFill>
                <a:latin typeface="Baskerville"/>
                <a:ea typeface="Baskerville"/>
                <a:cs typeface="Baskerville"/>
                <a:sym typeface="Baskerville"/>
              </a:defRPr>
            </a:lvl1pPr>
            <a:lvl2pPr marL="0" indent="22860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sz="5400" cap="all">
                <a:solidFill>
                  <a:srgbClr val="A6AAA9"/>
                </a:solidFill>
                <a:latin typeface="Baskerville"/>
                <a:ea typeface="Baskerville"/>
                <a:cs typeface="Baskerville"/>
                <a:sym typeface="Baskerville"/>
              </a:defRPr>
            </a:lvl2pPr>
            <a:lvl3pPr marL="0" indent="45720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sz="5400" cap="all">
                <a:solidFill>
                  <a:srgbClr val="A6AAA9"/>
                </a:solidFill>
                <a:latin typeface="Baskerville"/>
                <a:ea typeface="Baskerville"/>
                <a:cs typeface="Baskerville"/>
                <a:sym typeface="Baskerville"/>
              </a:defRPr>
            </a:lvl3pPr>
            <a:lvl4pPr marL="0" indent="68580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sz="5400" cap="all">
                <a:solidFill>
                  <a:srgbClr val="A6AAA9"/>
                </a:solidFill>
                <a:latin typeface="Baskerville"/>
                <a:ea typeface="Baskerville"/>
                <a:cs typeface="Baskerville"/>
                <a:sym typeface="Baskerville"/>
              </a:defRPr>
            </a:lvl4pPr>
            <a:lvl5pPr marL="0" indent="91440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sz="5400" cap="all">
                <a:solidFill>
                  <a:srgbClr val="A6AAA9"/>
                </a:solidFill>
                <a:latin typeface="Baskerville"/>
                <a:ea typeface="Baskerville"/>
                <a:cs typeface="Baskerville"/>
                <a:sym typeface="Baskerville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6" name="Shape 36"/>
          <p:cNvSpPr/>
          <p:nvPr>
            <p:ph type="sldNum" sz="quarter" idx="2"/>
          </p:nvPr>
        </p:nvSpPr>
        <p:spPr>
          <a:xfrm>
            <a:off x="12149656" y="419100"/>
            <a:ext cx="419101" cy="4572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 - 居中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>
            <p:ph type="title" hasCustomPrompt="1"/>
          </p:nvPr>
        </p:nvSpPr>
        <p:spPr>
          <a:xfrm>
            <a:off x="406400" y="4038600"/>
            <a:ext cx="12192000" cy="45212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7000"/>
            </a:lvl1pPr>
          </a:lstStyle>
          <a:p>
            <a:r>
              <a:t>标题文本</a:t>
            </a:r>
          </a:p>
        </p:txBody>
      </p:sp>
      <p:sp>
        <p:nvSpPr>
          <p:cNvPr id="44" name="Shape 44"/>
          <p:cNvSpPr/>
          <p:nvPr>
            <p:ph type="sldNum" sz="quarter" idx="2"/>
          </p:nvPr>
        </p:nvSpPr>
        <p:spPr>
          <a:xfrm>
            <a:off x="12182237" y="431800"/>
            <a:ext cx="419101" cy="4572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照片 - 垂直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/>
        </p:nvSpPr>
        <p:spPr>
          <a:xfrm flipV="1">
            <a:off x="5892800" y="6141012"/>
            <a:ext cx="6705600" cy="145"/>
          </a:xfrm>
          <a:prstGeom prst="line">
            <a:avLst/>
          </a:prstGeom>
          <a:ln w="381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52" name="Shape 52"/>
          <p:cNvSpPr/>
          <p:nvPr>
            <p:ph type="pic" idx="13"/>
          </p:nvPr>
        </p:nvSpPr>
        <p:spPr>
          <a:xfrm>
            <a:off x="0" y="0"/>
            <a:ext cx="54864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53" name="Shape 53"/>
          <p:cNvSpPr/>
          <p:nvPr>
            <p:ph type="title" hasCustomPrompt="1"/>
          </p:nvPr>
        </p:nvSpPr>
        <p:spPr>
          <a:xfrm>
            <a:off x="5892800" y="6426200"/>
            <a:ext cx="6705600" cy="27051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7000"/>
            </a:lvl1pPr>
          </a:lstStyle>
          <a:p>
            <a:r>
              <a:t>标题文本</a:t>
            </a:r>
          </a:p>
        </p:txBody>
      </p:sp>
      <p:sp>
        <p:nvSpPr>
          <p:cNvPr id="54" name="Shape 54"/>
          <p:cNvSpPr/>
          <p:nvPr>
            <p:ph type="body" sz="quarter" idx="1" hasCustomPrompt="1"/>
          </p:nvPr>
        </p:nvSpPr>
        <p:spPr>
          <a:xfrm>
            <a:off x="5892800" y="4267200"/>
            <a:ext cx="6705600" cy="18034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sz="5400" cap="all">
                <a:solidFill>
                  <a:srgbClr val="A6AAA9"/>
                </a:solidFill>
                <a:latin typeface="Baskerville"/>
                <a:ea typeface="Baskerville"/>
                <a:cs typeface="Baskerville"/>
                <a:sym typeface="Baskerville"/>
              </a:defRPr>
            </a:lvl1pPr>
            <a:lvl2pPr marL="0" indent="22860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sz="5400" cap="all">
                <a:solidFill>
                  <a:srgbClr val="A6AAA9"/>
                </a:solidFill>
                <a:latin typeface="Baskerville"/>
                <a:ea typeface="Baskerville"/>
                <a:cs typeface="Baskerville"/>
                <a:sym typeface="Baskerville"/>
              </a:defRPr>
            </a:lvl2pPr>
            <a:lvl3pPr marL="0" indent="45720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sz="5400" cap="all">
                <a:solidFill>
                  <a:srgbClr val="A6AAA9"/>
                </a:solidFill>
                <a:latin typeface="Baskerville"/>
                <a:ea typeface="Baskerville"/>
                <a:cs typeface="Baskerville"/>
                <a:sym typeface="Baskerville"/>
              </a:defRPr>
            </a:lvl3pPr>
            <a:lvl4pPr marL="0" indent="68580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sz="5400" cap="all">
                <a:solidFill>
                  <a:srgbClr val="A6AAA9"/>
                </a:solidFill>
                <a:latin typeface="Baskerville"/>
                <a:ea typeface="Baskerville"/>
                <a:cs typeface="Baskerville"/>
                <a:sym typeface="Baskerville"/>
              </a:defRPr>
            </a:lvl4pPr>
            <a:lvl5pPr marL="0" indent="91440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sz="5400" cap="all">
                <a:solidFill>
                  <a:srgbClr val="A6AAA9"/>
                </a:solidFill>
                <a:latin typeface="Baskerville"/>
                <a:ea typeface="Baskerville"/>
                <a:cs typeface="Baskerville"/>
                <a:sym typeface="Baskerville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5" name="Shape 55"/>
          <p:cNvSpPr/>
          <p:nvPr>
            <p:ph type="sldNum" sz="quarter" idx="2"/>
          </p:nvPr>
        </p:nvSpPr>
        <p:spPr>
          <a:xfrm>
            <a:off x="12182237" y="431800"/>
            <a:ext cx="419101" cy="4572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>
            <p:ph type="body" sz="quarter" idx="13" hasCustomPrompt="1"/>
          </p:nvPr>
        </p:nvSpPr>
        <p:spPr>
          <a:xfrm>
            <a:off x="406400" y="393700"/>
            <a:ext cx="11176000" cy="52070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572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2400" cap="all" spc="120">
                <a:latin typeface="+mn-lt"/>
                <a:ea typeface="+mn-ea"/>
                <a:cs typeface="+mn-cs"/>
                <a:sym typeface="Baskerville SemiBold"/>
              </a:defRPr>
            </a:lvl1pPr>
          </a:lstStyle>
          <a:p>
            <a:r>
              <a:t>文本</a:t>
            </a:r>
          </a:p>
        </p:txBody>
      </p:sp>
      <p:sp>
        <p:nvSpPr>
          <p:cNvPr id="63" name="Shape 63"/>
          <p:cNvSpPr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4" name="Shape 64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/>
          <p:nvPr>
            <p:ph type="body" sz="quarter" idx="13" hasCustomPrompt="1"/>
          </p:nvPr>
        </p:nvSpPr>
        <p:spPr>
          <a:xfrm>
            <a:off x="406400" y="393700"/>
            <a:ext cx="11176000" cy="52070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572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2400" cap="all" spc="120">
                <a:latin typeface="+mn-lt"/>
                <a:ea typeface="+mn-ea"/>
                <a:cs typeface="+mn-cs"/>
                <a:sym typeface="Baskerville SemiBold"/>
              </a:defRPr>
            </a:lvl1pPr>
          </a:lstStyle>
          <a:p>
            <a:r>
              <a:t>文本</a:t>
            </a:r>
          </a:p>
        </p:txBody>
      </p:sp>
      <p:sp>
        <p:nvSpPr>
          <p:cNvPr id="72" name="Shape 72"/>
          <p:cNvSpPr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73" name="Shape 73"/>
          <p:cNvSpPr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</a:lvl1pPr>
            <a:lvl2pPr>
              <a:buClr>
                <a:schemeClr val="accent1"/>
              </a:buClr>
              <a:buChar char="▸"/>
            </a:lvl2pPr>
            <a:lvl3pPr>
              <a:buClr>
                <a:schemeClr val="accent1"/>
              </a:buClr>
              <a:buChar char="▸"/>
            </a:lvl3pPr>
            <a:lvl4pPr>
              <a:buClr>
                <a:schemeClr val="accent1"/>
              </a:buClr>
              <a:buChar char="▸"/>
            </a:lvl4pPr>
            <a:lvl5pPr>
              <a:buClr>
                <a:schemeClr val="accent1"/>
              </a:buClr>
              <a:buChar char="▸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Shape 74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/>
          <p:nvPr>
            <p:ph type="body" sz="quarter" idx="13" hasCustomPrompt="1"/>
          </p:nvPr>
        </p:nvSpPr>
        <p:spPr>
          <a:xfrm>
            <a:off x="406400" y="393700"/>
            <a:ext cx="11176000" cy="52070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572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2400" cap="all" spc="120">
                <a:latin typeface="+mn-lt"/>
                <a:ea typeface="+mn-ea"/>
                <a:cs typeface="+mn-cs"/>
                <a:sym typeface="Baskerville SemiBold"/>
              </a:defRPr>
            </a:lvl1pPr>
          </a:lstStyle>
          <a:p>
            <a:r>
              <a:t>文本</a:t>
            </a:r>
          </a:p>
        </p:txBody>
      </p:sp>
      <p:sp>
        <p:nvSpPr>
          <p:cNvPr id="82" name="Shape 82"/>
          <p:cNvSpPr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83" name="Shape 83"/>
          <p:cNvSpPr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</a:lvl1pPr>
            <a:lvl2pPr>
              <a:buClr>
                <a:schemeClr val="accent1"/>
              </a:buClr>
              <a:buChar char="▸"/>
            </a:lvl2pPr>
            <a:lvl3pPr>
              <a:buClr>
                <a:schemeClr val="accent1"/>
              </a:buClr>
              <a:buChar char="▸"/>
            </a:lvl3pPr>
            <a:lvl4pPr>
              <a:buClr>
                <a:schemeClr val="accent1"/>
              </a:buClr>
              <a:buChar char="▸"/>
            </a:lvl4pPr>
            <a:lvl5pPr>
              <a:buClr>
                <a:schemeClr val="accent1"/>
              </a:buClr>
              <a:buChar char="▸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4" name="Shape 84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body" sz="quarter" idx="13" hasCustomPrompt="1"/>
          </p:nvPr>
        </p:nvSpPr>
        <p:spPr>
          <a:xfrm>
            <a:off x="406400" y="393700"/>
            <a:ext cx="11176000" cy="52070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572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2400" cap="all" spc="120">
                <a:latin typeface="+mn-lt"/>
                <a:ea typeface="+mn-ea"/>
                <a:cs typeface="+mn-cs"/>
                <a:sym typeface="Baskerville SemiBold"/>
              </a:defRPr>
            </a:lvl1pPr>
          </a:lstStyle>
          <a:p>
            <a:r>
              <a:t>文本</a:t>
            </a:r>
          </a:p>
        </p:txBody>
      </p:sp>
      <p:sp>
        <p:nvSpPr>
          <p:cNvPr id="92" name="Shape 92"/>
          <p:cNvSpPr/>
          <p:nvPr>
            <p:ph type="pic" sz="half" idx="14"/>
          </p:nvPr>
        </p:nvSpPr>
        <p:spPr>
          <a:xfrm>
            <a:off x="7112000" y="1536700"/>
            <a:ext cx="5486400" cy="7797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93" name="Shape 93"/>
          <p:cNvSpPr/>
          <p:nvPr>
            <p:ph type="title" hasCustomPrompt="1"/>
          </p:nvPr>
        </p:nvSpPr>
        <p:spPr>
          <a:xfrm>
            <a:off x="406400" y="1536700"/>
            <a:ext cx="6299200" cy="72390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94" name="Shape 94"/>
          <p:cNvSpPr/>
          <p:nvPr>
            <p:ph type="body" sz="half" idx="1" hasCustomPrompt="1"/>
          </p:nvPr>
        </p:nvSpPr>
        <p:spPr>
          <a:xfrm>
            <a:off x="406400" y="2743200"/>
            <a:ext cx="6299200" cy="61087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  <a:defRPr sz="2800"/>
            </a:lvl1pPr>
            <a:lvl2pPr>
              <a:buClr>
                <a:schemeClr val="accent1"/>
              </a:buClr>
              <a:buChar char="▸"/>
              <a:defRPr sz="2800"/>
            </a:lvl2pPr>
            <a:lvl3pPr>
              <a:buClr>
                <a:schemeClr val="accent1"/>
              </a:buClr>
              <a:buChar char="▸"/>
              <a:defRPr sz="2800"/>
            </a:lvl3pPr>
            <a:lvl4pPr>
              <a:buClr>
                <a:schemeClr val="accent1"/>
              </a:buClr>
              <a:buChar char="▸"/>
              <a:defRPr sz="2800"/>
            </a:lvl4pPr>
            <a:lvl5pPr>
              <a:buClr>
                <a:schemeClr val="accent1"/>
              </a:buClr>
              <a:buChar char="▸"/>
              <a:defRPr sz="2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5" name="Shape 9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>
            <p:ph type="body" sz="quarter" idx="13" hasCustomPrompt="1"/>
          </p:nvPr>
        </p:nvSpPr>
        <p:spPr>
          <a:xfrm>
            <a:off x="406400" y="393700"/>
            <a:ext cx="11176000" cy="52070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572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2400" cap="all" spc="120">
                <a:latin typeface="+mn-lt"/>
                <a:ea typeface="+mn-ea"/>
                <a:cs typeface="+mn-cs"/>
                <a:sym typeface="Baskerville SemiBold"/>
              </a:defRPr>
            </a:lvl1pPr>
          </a:lstStyle>
          <a:p>
            <a:r>
              <a:t>文本</a:t>
            </a:r>
          </a:p>
        </p:txBody>
      </p:sp>
      <p:sp>
        <p:nvSpPr>
          <p:cNvPr id="103" name="Shape 103"/>
          <p:cNvSpPr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</a:lvl1pPr>
            <a:lvl2pPr>
              <a:buClr>
                <a:schemeClr val="accent1"/>
              </a:buClr>
              <a:buChar char="▸"/>
            </a:lvl2pPr>
            <a:lvl3pPr>
              <a:buClr>
                <a:schemeClr val="accent1"/>
              </a:buClr>
              <a:buChar char="▸"/>
            </a:lvl3pPr>
            <a:lvl4pPr>
              <a:buClr>
                <a:schemeClr val="accent1"/>
              </a:buClr>
              <a:buChar char="▸"/>
            </a:lvl4pPr>
            <a:lvl5pPr>
              <a:buClr>
                <a:schemeClr val="accent1"/>
              </a:buClr>
              <a:buChar char="▸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4" name="Shape 104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照片 - 3 联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/>
          <p:nvPr>
            <p:ph type="pic" sz="half" idx="13"/>
          </p:nvPr>
        </p:nvSpPr>
        <p:spPr>
          <a:xfrm>
            <a:off x="6503154" y="0"/>
            <a:ext cx="6502401" cy="4864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12" name="Shape 112"/>
          <p:cNvSpPr/>
          <p:nvPr>
            <p:ph type="pic" sz="half" idx="14"/>
          </p:nvPr>
        </p:nvSpPr>
        <p:spPr>
          <a:xfrm>
            <a:off x="6502400" y="4902200"/>
            <a:ext cx="6502400" cy="4864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13" name="Shape 113"/>
          <p:cNvSpPr/>
          <p:nvPr>
            <p:ph type="pic" idx="15"/>
          </p:nvPr>
        </p:nvSpPr>
        <p:spPr>
          <a:xfrm>
            <a:off x="0" y="0"/>
            <a:ext cx="6468534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14" name="Shape 114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/>
          <p:nvPr/>
        </p:nvSpPr>
        <p:spPr>
          <a:xfrm>
            <a:off x="469900" y="2362200"/>
            <a:ext cx="12065000" cy="52292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24" y="0"/>
                </a:moveTo>
                <a:cubicBezTo>
                  <a:pt x="100" y="0"/>
                  <a:pt x="0" y="232"/>
                  <a:pt x="0" y="516"/>
                </a:cubicBezTo>
                <a:lnTo>
                  <a:pt x="0" y="18789"/>
                </a:lnTo>
                <a:cubicBezTo>
                  <a:pt x="0" y="19073"/>
                  <a:pt x="100" y="19305"/>
                  <a:pt x="224" y="19305"/>
                </a:cubicBezTo>
                <a:lnTo>
                  <a:pt x="17228" y="19305"/>
                </a:lnTo>
                <a:lnTo>
                  <a:pt x="17850" y="21600"/>
                </a:lnTo>
                <a:lnTo>
                  <a:pt x="18471" y="19305"/>
                </a:lnTo>
                <a:lnTo>
                  <a:pt x="21376" y="19305"/>
                </a:lnTo>
                <a:cubicBezTo>
                  <a:pt x="21500" y="19305"/>
                  <a:pt x="21600" y="19073"/>
                  <a:pt x="21600" y="18789"/>
                </a:cubicBezTo>
                <a:lnTo>
                  <a:pt x="21600" y="516"/>
                </a:lnTo>
                <a:cubicBezTo>
                  <a:pt x="21600" y="232"/>
                  <a:pt x="21500" y="0"/>
                  <a:pt x="21376" y="0"/>
                </a:cubicBezTo>
                <a:lnTo>
                  <a:pt x="224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sz="280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Baskerville SemiBold"/>
              </a:defRPr>
            </a:pPr>
          </a:p>
        </p:txBody>
      </p:sp>
      <p:sp>
        <p:nvSpPr>
          <p:cNvPr id="122" name="Shape 122"/>
          <p:cNvSpPr/>
          <p:nvPr>
            <p:ph type="body" sz="quarter" idx="13" hasCustomPrompt="1"/>
          </p:nvPr>
        </p:nvSpPr>
        <p:spPr>
          <a:xfrm>
            <a:off x="889000" y="2908300"/>
            <a:ext cx="11226800" cy="1778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940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Baskerville SemiBold"/>
              </a:defRPr>
            </a:lvl1pPr>
          </a:lstStyle>
          <a:p>
            <a:r>
              <a:t>在此键入引文。</a:t>
            </a:r>
          </a:p>
        </p:txBody>
      </p:sp>
      <p:sp>
        <p:nvSpPr>
          <p:cNvPr id="123" name="Shape 123"/>
          <p:cNvSpPr/>
          <p:nvPr>
            <p:ph type="body" sz="quarter" idx="14" hasCustomPrompt="1"/>
          </p:nvPr>
        </p:nvSpPr>
        <p:spPr>
          <a:xfrm>
            <a:off x="406400" y="7789333"/>
            <a:ext cx="12192000" cy="9779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latin typeface="Baskerville"/>
                <a:ea typeface="Baskerville"/>
                <a:cs typeface="Baskerville"/>
                <a:sym typeface="Baskerville"/>
              </a:defRPr>
            </a:lvl1pPr>
          </a:lstStyle>
          <a:p>
            <a:r>
              <a:t>Johnny Appleseed</a:t>
            </a:r>
          </a:p>
        </p:txBody>
      </p:sp>
      <p:sp>
        <p:nvSpPr>
          <p:cNvPr id="124" name="Shape 124"/>
          <p:cNvSpPr/>
          <p:nvPr>
            <p:ph type="body" sz="quarter" idx="15" hasCustomPrompt="1"/>
          </p:nvPr>
        </p:nvSpPr>
        <p:spPr>
          <a:xfrm>
            <a:off x="406400" y="393700"/>
            <a:ext cx="11176000" cy="52070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572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2400" cap="all" spc="120">
                <a:latin typeface="+mn-lt"/>
                <a:ea typeface="+mn-ea"/>
                <a:cs typeface="+mn-cs"/>
                <a:sym typeface="Baskerville SemiBold"/>
              </a:defRPr>
            </a:lvl1pPr>
          </a:lstStyle>
          <a:p>
            <a:r>
              <a:t>文本</a:t>
            </a:r>
          </a:p>
        </p:txBody>
      </p:sp>
      <p:sp>
        <p:nvSpPr>
          <p:cNvPr id="125" name="Shape 12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引文（备选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/>
          <p:nvPr>
            <p:ph type="body" sz="quarter" idx="13" hasCustomPrompt="1"/>
          </p:nvPr>
        </p:nvSpPr>
        <p:spPr>
          <a:xfrm>
            <a:off x="5892800" y="2641600"/>
            <a:ext cx="6705600" cy="311912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940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Baskerville SemiBold"/>
              </a:defRPr>
            </a:lvl1pPr>
          </a:lstStyle>
          <a:p>
            <a:r>
              <a:t>在此键入引文。</a:t>
            </a:r>
          </a:p>
        </p:txBody>
      </p:sp>
      <p:sp>
        <p:nvSpPr>
          <p:cNvPr id="133" name="Shape 133"/>
          <p:cNvSpPr/>
          <p:nvPr>
            <p:ph type="pic" idx="14"/>
          </p:nvPr>
        </p:nvSpPr>
        <p:spPr>
          <a:xfrm>
            <a:off x="0" y="0"/>
            <a:ext cx="54864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34" name="Shape 134"/>
          <p:cNvSpPr/>
          <p:nvPr>
            <p:ph type="body" sz="quarter" idx="15" hasCustomPrompt="1"/>
          </p:nvPr>
        </p:nvSpPr>
        <p:spPr>
          <a:xfrm>
            <a:off x="5892800" y="7732183"/>
            <a:ext cx="6705600" cy="9779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defTabSz="457200"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rgbClr val="232323"/>
                </a:solidFill>
                <a:latin typeface="+mn-lt"/>
                <a:ea typeface="+mn-ea"/>
                <a:cs typeface="+mn-cs"/>
                <a:sym typeface="Baskerville SemiBold"/>
              </a:defRPr>
            </a:lvl1pPr>
          </a:lstStyle>
          <a:p>
            <a:r>
              <a:t>Johnny Appleseed</a:t>
            </a:r>
          </a:p>
        </p:txBody>
      </p:sp>
      <p:sp>
        <p:nvSpPr>
          <p:cNvPr id="135" name="Shape 13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照片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43" name="Shape 14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空白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空白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 flipV="1">
            <a:off x="406400" y="993160"/>
            <a:ext cx="12192000" cy="263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3" name="Shape 3"/>
          <p:cNvSpPr/>
          <p:nvPr>
            <p:ph type="title"/>
          </p:nvPr>
        </p:nvSpPr>
        <p:spPr>
          <a:xfrm>
            <a:off x="406400" y="1536700"/>
            <a:ext cx="12192000" cy="7239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标题文本</a:t>
            </a:r>
          </a:p>
        </p:txBody>
      </p:sp>
      <p:sp>
        <p:nvSpPr>
          <p:cNvPr id="4" name="Shape 4"/>
          <p:cNvSpPr/>
          <p:nvPr>
            <p:ph type="body" idx="1"/>
          </p:nvPr>
        </p:nvSpPr>
        <p:spPr>
          <a:xfrm>
            <a:off x="406400" y="2743200"/>
            <a:ext cx="12192000" cy="61087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" name="Shape 5"/>
          <p:cNvSpPr/>
          <p:nvPr>
            <p:ph type="sldNum" sz="quarter" idx="2"/>
          </p:nvPr>
        </p:nvSpPr>
        <p:spPr>
          <a:xfrm>
            <a:off x="12174418" y="431800"/>
            <a:ext cx="419101" cy="4572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sz="2400">
                <a:latin typeface="Baskerville"/>
                <a:ea typeface="Baskerville"/>
                <a:cs typeface="Baskerville"/>
                <a:sym typeface="Baskervill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defRPr sz="60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Baskerville SemiBold"/>
        </a:defRPr>
      </a:lvl1pPr>
      <a:lvl2pPr marL="0" marR="0" indent="2286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defRPr sz="60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Baskerville SemiBold"/>
        </a:defRPr>
      </a:lvl2pPr>
      <a:lvl3pPr marL="0" marR="0" indent="4572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defRPr sz="60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Baskerville SemiBold"/>
        </a:defRPr>
      </a:lvl3pPr>
      <a:lvl4pPr marL="0" marR="0" indent="6858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defRPr sz="60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Baskerville SemiBold"/>
        </a:defRPr>
      </a:lvl4pPr>
      <a:lvl5pPr marL="0" marR="0" indent="9144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defRPr sz="60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Baskerville SemiBold"/>
        </a:defRPr>
      </a:lvl5pPr>
      <a:lvl6pPr marL="0" marR="0" indent="11430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defRPr sz="60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Baskerville SemiBold"/>
        </a:defRPr>
      </a:lvl6pPr>
      <a:lvl7pPr marL="0" marR="0" indent="13716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defRPr sz="60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Baskerville SemiBold"/>
        </a:defRPr>
      </a:lvl7pPr>
      <a:lvl8pPr marL="0" marR="0" indent="16002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defRPr sz="60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Baskerville SemiBold"/>
        </a:defRPr>
      </a:lvl8pPr>
      <a:lvl9pPr marL="0" marR="0" indent="18288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defRPr sz="60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Baskerville SemiBold"/>
        </a:defRPr>
      </a:lvl9pPr>
    </p:titleStyle>
    <p:bodyStyle>
      <a:lvl1pPr marL="444500" marR="0" indent="-444500" algn="l" defTabSz="584200" latinLnBrk="0">
        <a:spcBef>
          <a:spcPts val="2800"/>
        </a:spcBef>
        <a:spcAft>
          <a:spcPts val="0"/>
        </a:spcAft>
        <a:buClr>
          <a:schemeClr val="accent1">
            <a:satOff val="-4059"/>
          </a:schemeClr>
        </a:buClr>
        <a:buSzPct val="105000"/>
        <a:buFont typeface="Avenir Next"/>
        <a:buChar char="‣"/>
        <a:defRPr sz="34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1pPr>
      <a:lvl2pPr marL="889000" marR="0" indent="-444500" algn="l" defTabSz="584200" latinLnBrk="0">
        <a:spcBef>
          <a:spcPts val="2800"/>
        </a:spcBef>
        <a:spcAft>
          <a:spcPts val="0"/>
        </a:spcAft>
        <a:buClr>
          <a:schemeClr val="accent1">
            <a:satOff val="-4059"/>
          </a:schemeClr>
        </a:buClr>
        <a:buSzPct val="105000"/>
        <a:buFont typeface="Avenir Next"/>
        <a:buChar char="‣"/>
        <a:defRPr sz="34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2pPr>
      <a:lvl3pPr marL="1333500" marR="0" indent="-444500" algn="l" defTabSz="584200" latinLnBrk="0">
        <a:spcBef>
          <a:spcPts val="2800"/>
        </a:spcBef>
        <a:spcAft>
          <a:spcPts val="0"/>
        </a:spcAft>
        <a:buClr>
          <a:schemeClr val="accent1">
            <a:satOff val="-4059"/>
          </a:schemeClr>
        </a:buClr>
        <a:buSzPct val="105000"/>
        <a:buFont typeface="Avenir Next"/>
        <a:buChar char="‣"/>
        <a:defRPr sz="34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3pPr>
      <a:lvl4pPr marL="1778000" marR="0" indent="-444500" algn="l" defTabSz="584200" latinLnBrk="0">
        <a:spcBef>
          <a:spcPts val="2800"/>
        </a:spcBef>
        <a:spcAft>
          <a:spcPts val="0"/>
        </a:spcAft>
        <a:buClr>
          <a:schemeClr val="accent1">
            <a:satOff val="-4059"/>
          </a:schemeClr>
        </a:buClr>
        <a:buSzPct val="105000"/>
        <a:buFont typeface="Avenir Next"/>
        <a:buChar char="‣"/>
        <a:defRPr sz="34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4pPr>
      <a:lvl5pPr marL="2222500" marR="0" indent="-444500" algn="l" defTabSz="584200" latinLnBrk="0">
        <a:spcBef>
          <a:spcPts val="2800"/>
        </a:spcBef>
        <a:spcAft>
          <a:spcPts val="0"/>
        </a:spcAft>
        <a:buClr>
          <a:schemeClr val="accent1">
            <a:satOff val="-4059"/>
          </a:schemeClr>
        </a:buClr>
        <a:buSzPct val="105000"/>
        <a:buFont typeface="Avenir Next"/>
        <a:buChar char="‣"/>
        <a:defRPr sz="34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5pPr>
      <a:lvl6pPr marL="2667000" marR="0" indent="-444500" algn="l" defTabSz="584200" latinLnBrk="0">
        <a:spcBef>
          <a:spcPts val="2800"/>
        </a:spcBef>
        <a:spcAft>
          <a:spcPts val="0"/>
        </a:spcAft>
        <a:buClr>
          <a:schemeClr val="accent1">
            <a:satOff val="-4059"/>
          </a:schemeClr>
        </a:buClr>
        <a:buSzPct val="105000"/>
        <a:buFont typeface="Avenir Next"/>
        <a:buChar char="‣"/>
        <a:defRPr sz="34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6pPr>
      <a:lvl7pPr marL="3111500" marR="0" indent="-444500" algn="l" defTabSz="584200" latinLnBrk="0">
        <a:spcBef>
          <a:spcPts val="2800"/>
        </a:spcBef>
        <a:spcAft>
          <a:spcPts val="0"/>
        </a:spcAft>
        <a:buClr>
          <a:schemeClr val="accent1">
            <a:satOff val="-4059"/>
          </a:schemeClr>
        </a:buClr>
        <a:buSzPct val="105000"/>
        <a:buFont typeface="Avenir Next"/>
        <a:buChar char="‣"/>
        <a:defRPr sz="34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7pPr>
      <a:lvl8pPr marL="3556000" marR="0" indent="-444500" algn="l" defTabSz="584200" latinLnBrk="0">
        <a:spcBef>
          <a:spcPts val="2800"/>
        </a:spcBef>
        <a:spcAft>
          <a:spcPts val="0"/>
        </a:spcAft>
        <a:buClr>
          <a:schemeClr val="accent1">
            <a:satOff val="-4059"/>
          </a:schemeClr>
        </a:buClr>
        <a:buSzPct val="105000"/>
        <a:buFont typeface="Avenir Next"/>
        <a:buChar char="‣"/>
        <a:defRPr sz="34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8pPr>
      <a:lvl9pPr marL="4000500" marR="0" indent="-444500" algn="l" defTabSz="584200" latinLnBrk="0">
        <a:spcBef>
          <a:spcPts val="2800"/>
        </a:spcBef>
        <a:spcAft>
          <a:spcPts val="0"/>
        </a:spcAft>
        <a:buClr>
          <a:schemeClr val="accent1">
            <a:satOff val="-4059"/>
          </a:schemeClr>
        </a:buClr>
        <a:buSzPct val="105000"/>
        <a:buFont typeface="Avenir Next"/>
        <a:buChar char="‣"/>
        <a:defRPr sz="34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9pPr>
    </p:bodyStyle>
    <p:otherStyle>
      <a:lvl1pPr marL="0" marR="0" indent="0" algn="r" defTabSz="5842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"/>
        </a:defRPr>
      </a:lvl1pPr>
      <a:lvl2pPr marL="0" marR="0" indent="228600" algn="r" defTabSz="5842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"/>
        </a:defRPr>
      </a:lvl2pPr>
      <a:lvl3pPr marL="0" marR="0" indent="457200" algn="r" defTabSz="5842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"/>
        </a:defRPr>
      </a:lvl3pPr>
      <a:lvl4pPr marL="0" marR="0" indent="685800" algn="r" defTabSz="5842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"/>
        </a:defRPr>
      </a:lvl4pPr>
      <a:lvl5pPr marL="0" marR="0" indent="914400" algn="r" defTabSz="5842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"/>
        </a:defRPr>
      </a:lvl5pPr>
      <a:lvl6pPr marL="0" marR="0" indent="1143000" algn="r" defTabSz="5842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"/>
        </a:defRPr>
      </a:lvl6pPr>
      <a:lvl7pPr marL="0" marR="0" indent="1371600" algn="r" defTabSz="5842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"/>
        </a:defRPr>
      </a:lvl7pPr>
      <a:lvl8pPr marL="0" marR="0" indent="1600200" algn="r" defTabSz="5842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"/>
        </a:defRPr>
      </a:lvl8pPr>
      <a:lvl9pPr marL="0" marR="0" indent="1828800" algn="r" defTabSz="5842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1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/>
          <p:nvPr>
            <p:ph type="ctr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455295">
              <a:defRPr sz="13260"/>
            </a:lvl1pPr>
          </a:lstStyle>
          <a:p>
            <a:r>
              <a:t>ModeRN PHP</a:t>
            </a:r>
          </a:p>
        </p:txBody>
      </p:sp>
      <p:sp>
        <p:nvSpPr>
          <p:cNvPr id="167" name="Shape 167"/>
          <p:cNvSpPr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介绍几个比较有意思的新特性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如何对代码进行复用？</a:t>
            </a:r>
          </a:p>
        </p:txBody>
      </p:sp>
      <p:pic>
        <p:nvPicPr>
          <p:cNvPr id="170" name="186445883_1467x1619.jpeg"/>
          <p:cNvPicPr>
            <a:picLocks noChangeAspect="1"/>
          </p:cNvPicPr>
          <p:nvPr>
            <p:ph type="pic" idx="14"/>
          </p:nvPr>
        </p:nvPicPr>
        <p:blipFill>
          <a:blip r:embed="rId1"/>
          <a:srcRect l="11466" t="129" r="26616" b="129"/>
          <a:stretch>
            <a:fillRect/>
          </a:stretch>
        </p:blipFill>
        <p:spPr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38455">
              <a:spcBef>
                <a:spcPts val="1600"/>
              </a:spcBef>
              <a:defRPr sz="3480"/>
            </a:lvl1pPr>
          </a:lstStyle>
          <a:p>
            <a:r>
              <a:rPr lang="zh-CN">
                <a:ea typeface="宋体" charset="0"/>
              </a:rPr>
              <a:t>教科书</a:t>
            </a:r>
            <a:r>
              <a:t>答案</a:t>
            </a:r>
          </a:p>
        </p:txBody>
      </p:sp>
      <p:sp>
        <p:nvSpPr>
          <p:cNvPr id="173" name="Shape 173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继承</a:t>
            </a:r>
          </a:p>
          <a:p>
            <a:r>
              <a:t>组合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38455">
              <a:spcBef>
                <a:spcPts val="1600"/>
              </a:spcBef>
              <a:defRPr sz="3480"/>
            </a:lvl1pPr>
          </a:lstStyle>
          <a:p>
            <a:r>
              <a:t>继承（Inheritance）</a:t>
            </a:r>
          </a:p>
        </p:txBody>
      </p:sp>
      <p:sp>
        <p:nvSpPr>
          <p:cNvPr id="176" name="Shape 176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是一种联结类与类的层次模型。指的是一个类（称为子类、子接口）继承另外的一个类（称为父类、父接口）的功能，并可以增加它自己的新功能的能力，继承是类与类或者接口与接口之间最常见的关系；继承是一种is-a关系</a:t>
            </a:r>
          </a:p>
          <a:p>
            <a:r>
              <a:t>父类的内部细节对于子类是可见的。所以我们通常也可以说通过继承的代码复用是一种白盒式代码复用。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38455">
              <a:spcBef>
                <a:spcPts val="1600"/>
              </a:spcBef>
              <a:defRPr sz="3480"/>
            </a:lvl1pPr>
          </a:lstStyle>
          <a:p>
            <a:r>
              <a:t>组合（Composition）</a:t>
            </a:r>
          </a:p>
        </p:txBody>
      </p:sp>
      <p:sp>
        <p:nvSpPr>
          <p:cNvPr id="179" name="Shape 179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体现的是整体与部分、拥有的关系，即has-a的关系。</a:t>
            </a:r>
          </a:p>
          <a:p>
            <a:r>
              <a:t>是通过对现有的对象进行拼装（组合）产生新的、更复杂的功能。因为在对象之间，各自的内部细节是不可见的，所以我们也说这种方式的代码复用是黑盒式代码复用。（因为组合中一般都定义一个类型，所以在编译期根本不知道具体会调用哪个实现类的方法）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186445883_1467x1619.jpeg"/>
          <p:cNvPicPr>
            <a:picLocks noChangeAspect="1"/>
          </p:cNvPicPr>
          <p:nvPr>
            <p:ph type="pic" idx="13"/>
          </p:nvPr>
        </p:nvPicPr>
        <p:blipFill>
          <a:blip r:embed="rId1"/>
          <a:srcRect l="11466" t="129" r="26616" b="129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82" name="Shape 182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02285">
              <a:defRPr sz="14620"/>
            </a:lvl1pPr>
          </a:lstStyle>
          <a:p>
            <a:r>
              <a:rPr sz="9600"/>
              <a:t>怎么办</a:t>
            </a:r>
            <a:r>
              <a:t>？</a:t>
            </a:r>
          </a:p>
        </p:txBody>
      </p:sp>
      <p:sp>
        <p:nvSpPr>
          <p:cNvPr id="183" name="Shape 18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不是HAS-A，也不是is-a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232400" y="4638675"/>
            <a:ext cx="2540000" cy="4756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 upright="0">
            <a:spAutoFit/>
          </a:bodyPr>
          <a:p>
            <a:pPr marL="0" marR="0" indent="0" algn="l" defTabSz="584200" rtl="0" latinLnBrk="0" hangingPunct="0"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838787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 </a:t>
            </a:r>
            <a:endParaRPr kumimoji="0" lang="zh-CN" altLang="en-US" sz="2000" b="0" i="0" u="none" strike="noStrike" cap="none" spc="0" normalizeH="0" baseline="0">
              <a:ln>
                <a:noFill/>
              </a:ln>
              <a:solidFill>
                <a:srgbClr val="838787"/>
              </a:solidFill>
              <a:effectLst/>
              <a:uFillTx/>
              <a:latin typeface="Avenir Next Medium"/>
              <a:ea typeface="Avenir Next Medium"/>
              <a:cs typeface="Avenir Next Medium"/>
              <a:sym typeface="Avenir Next Medium"/>
            </a:endParaRPr>
          </a:p>
        </p:txBody>
      </p:sp>
      <p:pic>
        <p:nvPicPr>
          <p:cNvPr id="4" name="图片 3" descr="singlet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5180" y="1195070"/>
            <a:ext cx="7973060" cy="6737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232400" y="4638675"/>
            <a:ext cx="2540000" cy="4756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 upright="0">
            <a:spAutoFit/>
          </a:bodyPr>
          <a:p>
            <a:pPr marL="0" marR="0" indent="0" algn="l" defTabSz="584200" rtl="0" latinLnBrk="0" hangingPunct="0"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838787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 </a:t>
            </a:r>
            <a:endParaRPr kumimoji="0" lang="zh-CN" altLang="en-US" sz="2000" b="0" i="0" u="none" strike="noStrike" cap="none" spc="0" normalizeH="0" baseline="0">
              <a:ln>
                <a:noFill/>
              </a:ln>
              <a:solidFill>
                <a:srgbClr val="838787"/>
              </a:solidFill>
              <a:effectLst/>
              <a:uFillTx/>
              <a:latin typeface="Avenir Next Medium"/>
              <a:ea typeface="Avenir Next Medium"/>
              <a:cs typeface="Avenir Next Medium"/>
              <a:sym typeface="Avenir Next Medium"/>
            </a:endParaRPr>
          </a:p>
        </p:txBody>
      </p:sp>
      <p:pic>
        <p:nvPicPr>
          <p:cNvPr id="2" name="图片 1" descr="trai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115" y="764540"/>
            <a:ext cx="9447530" cy="7631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338455">
              <a:spcBef>
                <a:spcPts val="1600"/>
              </a:spcBef>
              <a:defRPr sz="3480"/>
            </a:lvl1pPr>
          </a:lstStyle>
          <a:p>
            <a:r>
              <a:rPr lang="zh-CN">
                <a:ea typeface="宋体" charset="0"/>
              </a:rPr>
              <a:t>性状</a:t>
            </a:r>
            <a:r>
              <a:t>（</a:t>
            </a:r>
            <a:r>
              <a:rPr lang="en-US"/>
              <a:t>Trait</a:t>
            </a:r>
            <a:r>
              <a:t>）</a:t>
            </a:r>
          </a:p>
        </p:txBody>
      </p:sp>
      <p:sp>
        <p:nvSpPr>
          <p:cNvPr id="179" name="Shape 179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Trait 是为类似 PHP 的单继承语言而准备的一种代码复用机制。Trait 为了减少单继承语言的限制，使开发人员能够自由地在不同层次结构内独立的类中复用 method。Trait 和 Class 组合的语义定义了一种减少复杂性的方式。</a:t>
            </a:r>
          </a:p>
          <a:p>
            <a:r>
              <a:t>Trait 和 Class 相似，但仅仅旨在用细粒度和一致的方式来组合功能。 无法通过 trait 自身来实例化。它为传统继承增加了水平特性的组合；也就是说，应用的几个 Class 之间不需要继承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type="body" idx="13"/>
          </p:nvPr>
        </p:nvSpPr>
        <p:spPr>
          <a:xfrm>
            <a:off x="5892800" y="2641600"/>
            <a:ext cx="6705600" cy="2533015"/>
          </a:xfrm>
          <a:prstGeom prst="rect">
            <a:avLst/>
          </a:prstGeom>
        </p:spPr>
        <p:txBody>
          <a:bodyPr/>
          <a:lstStyle/>
          <a:p>
            <a:r>
              <a:rPr lang="zh-CN">
                <a:ea typeface="宋体" charset="0"/>
              </a:rPr>
              <a:t>如何处理一个大文件</a:t>
            </a:r>
            <a:r>
              <a:t>？</a:t>
            </a:r>
          </a:p>
        </p:txBody>
      </p:sp>
      <p:pic>
        <p:nvPicPr>
          <p:cNvPr id="170" name="186445883_1467x1619.jpeg"/>
          <p:cNvPicPr>
            <a:picLocks noChangeAspect="1"/>
          </p:cNvPicPr>
          <p:nvPr>
            <p:ph type="pic" idx="14"/>
          </p:nvPr>
        </p:nvPicPr>
        <p:blipFill>
          <a:blip r:embed="rId1"/>
          <a:srcRect l="11466" t="129" r="26616" b="129"/>
          <a:stretch>
            <a:fillRect/>
          </a:stretch>
        </p:blipFill>
        <p:spPr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232400" y="4638675"/>
            <a:ext cx="2540000" cy="4756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 upright="0">
            <a:spAutoFit/>
          </a:bodyPr>
          <a:p>
            <a:pPr marL="0" marR="0" indent="0" algn="l" defTabSz="584200" rtl="0" latinLnBrk="0" hangingPunct="0"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838787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 </a:t>
            </a:r>
            <a:endParaRPr kumimoji="0" lang="zh-CN" altLang="en-US" sz="2000" b="0" i="0" u="none" strike="noStrike" cap="none" spc="0" normalizeH="0" baseline="0">
              <a:ln>
                <a:noFill/>
              </a:ln>
              <a:solidFill>
                <a:srgbClr val="838787"/>
              </a:solidFill>
              <a:effectLst/>
              <a:uFillTx/>
              <a:latin typeface="Avenir Next Medium"/>
              <a:ea typeface="Avenir Next Medium"/>
              <a:cs typeface="Avenir Next Medium"/>
              <a:sym typeface="Avenir Next Medium"/>
            </a:endParaRPr>
          </a:p>
        </p:txBody>
      </p:sp>
      <p:pic>
        <p:nvPicPr>
          <p:cNvPr id="4" name="图片 3" descr="bigfi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715" y="3176905"/>
            <a:ext cx="9469120" cy="23139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232400" y="4638675"/>
            <a:ext cx="2540000" cy="4756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 upright="0">
            <a:spAutoFit/>
          </a:bodyPr>
          <a:p>
            <a:pPr marL="0" marR="0" indent="0" algn="l" defTabSz="584200" rtl="0" latinLnBrk="0" hangingPunct="0"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838787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 </a:t>
            </a:r>
            <a:endParaRPr kumimoji="0" lang="zh-CN" altLang="en-US" sz="2000" b="0" i="0" u="none" strike="noStrike" cap="none" spc="0" normalizeH="0" baseline="0">
              <a:ln>
                <a:noFill/>
              </a:ln>
              <a:solidFill>
                <a:srgbClr val="838787"/>
              </a:solidFill>
              <a:effectLst/>
              <a:uFillTx/>
              <a:latin typeface="Avenir Next Medium"/>
              <a:ea typeface="Avenir Next Medium"/>
              <a:cs typeface="Avenir Next Medium"/>
              <a:sym typeface="Avenir Next Medium"/>
            </a:endParaRPr>
          </a:p>
        </p:txBody>
      </p:sp>
      <p:pic>
        <p:nvPicPr>
          <p:cNvPr id="5" name="图片 4" descr="yiel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685" y="1929765"/>
            <a:ext cx="8510270" cy="5895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338455">
              <a:spcBef>
                <a:spcPts val="1600"/>
              </a:spcBef>
              <a:defRPr sz="3480"/>
            </a:lvl1pPr>
          </a:lstStyle>
          <a:p>
            <a:r>
              <a:rPr lang="zh-CN">
                <a:ea typeface="宋体" charset="0"/>
              </a:rPr>
              <a:t>生成器</a:t>
            </a:r>
            <a:r>
              <a:t>（</a:t>
            </a:r>
            <a:r>
              <a:rPr lang="en-US"/>
              <a:t>yield</a:t>
            </a:r>
            <a:r>
              <a:t>）</a:t>
            </a:r>
          </a:p>
        </p:txBody>
      </p:sp>
      <p:sp>
        <p:nvSpPr>
          <p:cNvPr id="179" name="Shape 179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90000" lnSpcReduction="10000"/>
          </a:bodyPr>
          <a:lstStyle/>
          <a:p>
            <a:r>
              <a:t>一个生成器函数看起来像一个普通的函数，不同的是普通函数返回一个值，而一个生成器可以yield生成许多它所需要的值。</a:t>
            </a:r>
          </a:p>
          <a:p/>
          <a:p>
            <a:r>
              <a:t>当一个生成器被调用的时候，它返回一个可以被遍历的对象.当你遍历这个对象的时候(例如通过一个foreach循环)，PHP 将会在每次需要值的时候调用生成器函数，并在产生一个值之后保存生成器的状态，这样它就可以在需要产生下一个值的时候恢复调用状态。</a:t>
            </a:r>
          </a:p>
          <a:p/>
          <a:p>
            <a:r>
              <a:t>一旦不再需要产生更多的值，生成器函数可以简单退出，而调用生成器的代码还可以继续执行，就像一个数组已经被遍历完了。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type="body" idx="13"/>
          </p:nvPr>
        </p:nvSpPr>
        <p:spPr>
          <a:xfrm>
            <a:off x="5892800" y="2641600"/>
            <a:ext cx="6705600" cy="2533015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ea typeface="宋体" charset="0"/>
              </a:rPr>
              <a:t>这次问题是代码</a:t>
            </a:r>
            <a:endParaRPr lang="zh-CN" altLang="en-US">
              <a:ea typeface="宋体" charset="0"/>
            </a:endParaRPr>
          </a:p>
        </p:txBody>
      </p:sp>
      <p:pic>
        <p:nvPicPr>
          <p:cNvPr id="170" name="186445883_1467x1619.jpeg"/>
          <p:cNvPicPr>
            <a:picLocks noChangeAspect="1"/>
          </p:cNvPicPr>
          <p:nvPr>
            <p:ph type="pic" idx="14"/>
          </p:nvPr>
        </p:nvPicPr>
        <p:blipFill>
          <a:blip r:embed="rId1"/>
          <a:srcRect l="11466" t="129" r="26616" b="129"/>
          <a:stretch>
            <a:fillRect/>
          </a:stretch>
        </p:blipFill>
        <p:spPr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/>
          <p:nvPr>
            <p:ph type="body" idx="13"/>
          </p:nvPr>
        </p:nvSpPr>
        <p:spPr>
          <a:xfrm>
            <a:off x="406400" y="485141"/>
            <a:ext cx="11176000" cy="429260"/>
          </a:xfrm>
          <a:prstGeom prst="rect">
            <a:avLst/>
          </a:prstGeom>
        </p:spPr>
        <p:txBody>
          <a:bodyPr/>
          <a:lstStyle/>
          <a:p>
            <a:r>
              <a:rPr lang="zh-CN">
                <a:ea typeface="宋体" charset="0"/>
              </a:rPr>
              <a:t>编程题</a:t>
            </a:r>
            <a:endParaRPr lang="zh-CN">
              <a:ea typeface="宋体" charset="0"/>
            </a:endParaRPr>
          </a:p>
        </p:txBody>
      </p:sp>
      <p:sp>
        <p:nvSpPr>
          <p:cNvPr id="204" name="Shape 204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$str = '1a2cd';</a:t>
            </a:r>
          </a:p>
          <a:p>
            <a:r>
              <a:rPr lang="zh-CN">
                <a:ea typeface="宋体" charset="0"/>
              </a:rPr>
              <a:t>请在每一个数字前面加上一个</a:t>
            </a:r>
            <a:r>
              <a:rPr lang="en-US" altLang="zh-CN">
                <a:ea typeface="宋体" charset="0"/>
              </a:rPr>
              <a:t>”</a:t>
            </a:r>
            <a:r>
              <a:rPr lang="en-US" altLang="zh-CN">
                <a:ea typeface="宋体" charset="0"/>
              </a:rPr>
              <a:t>wang“</a:t>
            </a:r>
            <a:endParaRPr lang="zh-CN" altLang="en-US">
              <a:ea typeface="宋体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232400" y="4638675"/>
            <a:ext cx="2540000" cy="4756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 upright="0">
            <a:spAutoFit/>
          </a:bodyPr>
          <a:p>
            <a:pPr marL="0" marR="0" indent="0" algn="l" defTabSz="584200" rtl="0" latinLnBrk="0" hangingPunct="0"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838787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 </a:t>
            </a:r>
            <a:endParaRPr kumimoji="0" lang="zh-CN" altLang="en-US" sz="2000" b="0" i="0" u="none" strike="noStrike" cap="none" spc="0" normalizeH="0" baseline="0">
              <a:ln>
                <a:noFill/>
              </a:ln>
              <a:solidFill>
                <a:srgbClr val="838787"/>
              </a:solidFill>
              <a:effectLst/>
              <a:uFillTx/>
              <a:latin typeface="Avenir Next Medium"/>
              <a:ea typeface="Avenir Next Medium"/>
              <a:cs typeface="Avenir Next Medium"/>
              <a:sym typeface="Avenir Next Medium"/>
            </a:endParaRPr>
          </a:p>
        </p:txBody>
      </p:sp>
      <p:pic>
        <p:nvPicPr>
          <p:cNvPr id="2" name="图片 1" descr="pr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180" y="1815465"/>
            <a:ext cx="11024870" cy="46678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232400" y="4638675"/>
            <a:ext cx="2540000" cy="4756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 upright="0">
            <a:spAutoFit/>
          </a:bodyPr>
          <a:p>
            <a:pPr marL="0" marR="0" indent="0" algn="l" defTabSz="584200" rtl="0" latinLnBrk="0" hangingPunct="0"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838787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 </a:t>
            </a:r>
            <a:endParaRPr kumimoji="0" lang="zh-CN" altLang="en-US" sz="2000" b="0" i="0" u="none" strike="noStrike" cap="none" spc="0" normalizeH="0" baseline="0">
              <a:ln>
                <a:noFill/>
              </a:ln>
              <a:solidFill>
                <a:srgbClr val="838787"/>
              </a:solidFill>
              <a:effectLst/>
              <a:uFillTx/>
              <a:latin typeface="Avenir Next Medium"/>
              <a:ea typeface="Avenir Next Medium"/>
              <a:cs typeface="Avenir Next Medium"/>
              <a:sym typeface="Avenir Next Medium"/>
            </a:endParaRPr>
          </a:p>
        </p:txBody>
      </p:sp>
      <p:pic>
        <p:nvPicPr>
          <p:cNvPr id="4" name="图片 3" descr="clos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4240" y="3039745"/>
            <a:ext cx="9069070" cy="2551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232400" y="4638675"/>
            <a:ext cx="2540000" cy="4756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 upright="0">
            <a:spAutoFit/>
          </a:bodyPr>
          <a:p>
            <a:pPr marL="0" marR="0" indent="0" algn="l" defTabSz="584200" rtl="0" latinLnBrk="0" hangingPunct="0"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838787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 </a:t>
            </a:r>
            <a:endParaRPr kumimoji="0" lang="zh-CN" altLang="en-US" sz="2000" b="0" i="0" u="none" strike="noStrike" cap="none" spc="0" normalizeH="0" baseline="0">
              <a:ln>
                <a:noFill/>
              </a:ln>
              <a:solidFill>
                <a:srgbClr val="838787"/>
              </a:solidFill>
              <a:effectLst/>
              <a:uFillTx/>
              <a:latin typeface="Avenir Next Medium"/>
              <a:ea typeface="Avenir Next Medium"/>
              <a:cs typeface="Avenir Next Medium"/>
              <a:sym typeface="Avenir Next Medium"/>
            </a:endParaRPr>
          </a:p>
        </p:txBody>
      </p:sp>
      <p:pic>
        <p:nvPicPr>
          <p:cNvPr id="2" name="图片 1" descr="closeureWithu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4510" y="2942590"/>
            <a:ext cx="9481185" cy="29959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338455">
              <a:spcBef>
                <a:spcPts val="1600"/>
              </a:spcBef>
              <a:defRPr sz="3480"/>
            </a:lvl1pPr>
          </a:lstStyle>
          <a:p>
            <a:r>
              <a:rPr lang="zh-CN">
                <a:ea typeface="宋体" charset="0"/>
              </a:rPr>
              <a:t>闭包</a:t>
            </a:r>
            <a:r>
              <a:t>（</a:t>
            </a:r>
            <a:r>
              <a:rPr sz="3400">
                <a:sym typeface="+mn-ea"/>
              </a:rPr>
              <a:t>closures</a:t>
            </a:r>
            <a:r>
              <a:t>）</a:t>
            </a:r>
          </a:p>
        </p:txBody>
      </p:sp>
      <p:sp>
        <p:nvSpPr>
          <p:cNvPr id="179" name="Shape 179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90000" lnSpcReduction="20000"/>
          </a:bodyPr>
          <a:lstStyle/>
          <a:p>
            <a:r>
              <a:t>匿名函数（Anonymous functions），也叫闭包函数（closures），允许 临时创建一个没有指定名称的函数。最经常用作回调函数（callback）参数的值。当然，也有其它应用的情况。</a:t>
            </a:r>
          </a:p>
          <a:p/>
          <a:p>
            <a:r>
              <a:t>闭包函数也可以作为变量的值来使用。PHP 会自动把此种表达式转换成内置类 Closure 的对象实例。把一个 closure 对象赋值给一个变量的方式与普通变量赋值的语法是一样的，最后也要加上分号：</a:t>
            </a:r>
          </a:p>
          <a:p/>
          <a:p>
            <a:r>
              <a:t>闭包可以从父作用域中继承变量。 任何此类变量都应该用 use 语言结构传递进去。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type="body" idx="13"/>
          </p:nvPr>
        </p:nvSpPr>
        <p:spPr>
          <a:xfrm>
            <a:off x="5892800" y="2641600"/>
            <a:ext cx="6705600" cy="2533015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ea typeface="宋体" charset="0"/>
              </a:rPr>
              <a:t>如何校验</a:t>
            </a:r>
            <a:r>
              <a:rPr lang="en-US" altLang="zh-CN">
                <a:ea typeface="宋体" charset="0"/>
              </a:rPr>
              <a:t>xml</a:t>
            </a:r>
            <a:r>
              <a:rPr lang="zh-CN" altLang="en-US">
                <a:ea typeface="宋体" charset="0"/>
              </a:rPr>
              <a:t>格式？</a:t>
            </a:r>
            <a:endParaRPr lang="zh-CN" altLang="en-US">
              <a:ea typeface="宋体" charset="0"/>
            </a:endParaRPr>
          </a:p>
        </p:txBody>
      </p:sp>
      <p:pic>
        <p:nvPicPr>
          <p:cNvPr id="170" name="186445883_1467x1619.jpeg"/>
          <p:cNvPicPr>
            <a:picLocks noChangeAspect="1"/>
          </p:cNvPicPr>
          <p:nvPr>
            <p:ph type="pic" idx="14"/>
          </p:nvPr>
        </p:nvPicPr>
        <p:blipFill>
          <a:blip r:embed="rId1"/>
          <a:srcRect l="11466" t="129" r="26616" b="129"/>
          <a:stretch>
            <a:fillRect/>
          </a:stretch>
        </p:blipFill>
        <p:spPr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/>
          <p:nvPr>
            <p:ph type="body" idx="13"/>
          </p:nvPr>
        </p:nvSpPr>
        <p:spPr>
          <a:xfrm>
            <a:off x="406400" y="485141"/>
            <a:ext cx="11176000" cy="429260"/>
          </a:xfrm>
          <a:prstGeom prst="rect">
            <a:avLst/>
          </a:prstGeom>
        </p:spPr>
        <p:txBody>
          <a:bodyPr/>
          <a:lstStyle/>
          <a:p>
            <a:r>
              <a:rPr lang="zh-CN">
                <a:ea typeface="宋体" charset="0"/>
              </a:rPr>
              <a:t>方法</a:t>
            </a:r>
            <a:endParaRPr lang="zh-CN">
              <a:ea typeface="宋体" charset="0"/>
            </a:endParaRPr>
          </a:p>
        </p:txBody>
      </p:sp>
      <p:pic>
        <p:nvPicPr>
          <p:cNvPr id="199" name="186445883_1467x1619.jpeg"/>
          <p:cNvPicPr>
            <a:picLocks noChangeAspect="1"/>
          </p:cNvPicPr>
          <p:nvPr>
            <p:ph type="pic" idx="14"/>
          </p:nvPr>
        </p:nvPicPr>
        <p:blipFill>
          <a:blip r:embed="rId1"/>
          <a:srcRect l="5998" t="3863" r="20313" b="1236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200" name="Shape 200"/>
          <p:cNvSpPr/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pPr defTabSz="338455">
              <a:spcBef>
                <a:spcPts val="1600"/>
              </a:spcBef>
              <a:defRPr sz="3480"/>
            </a:pPr>
            <a:r>
              <a:rPr lang="en-US"/>
              <a:t>xmllint</a:t>
            </a:r>
            <a:endParaRPr lang="en-US"/>
          </a:p>
        </p:txBody>
      </p:sp>
      <p:sp>
        <p:nvSpPr>
          <p:cNvPr id="201" name="Shape 201"/>
          <p:cNvSpPr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xmllint --noout --schema zs.xsd baidu_zs.xml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>
            <p:ph type="body" idx="13"/>
          </p:nvPr>
        </p:nvSpPr>
        <p:spPr>
          <a:xfrm>
            <a:off x="889000" y="2908300"/>
            <a:ext cx="11226800" cy="1387475"/>
          </a:xfrm>
          <a:prstGeom prst="rect">
            <a:avLst/>
          </a:prstGeom>
        </p:spPr>
        <p:txBody>
          <a:bodyPr/>
          <a:lstStyle/>
          <a:p>
            <a:r>
              <a:rPr lang="zh-CN">
                <a:ea typeface="宋体" charset="0"/>
              </a:rPr>
              <a:t>早就知道了</a:t>
            </a:r>
            <a:r>
              <a:t>。</a:t>
            </a:r>
          </a:p>
        </p:txBody>
      </p:sp>
      <p:sp>
        <p:nvSpPr>
          <p:cNvPr id="207" name="Shape 207"/>
          <p:cNvSpPr/>
          <p:nvPr>
            <p:ph type="body" idx="14"/>
          </p:nvPr>
        </p:nvSpPr>
        <p:spPr>
          <a:xfrm>
            <a:off x="406400" y="7789333"/>
            <a:ext cx="12192000" cy="922655"/>
          </a:xfrm>
          <a:prstGeom prst="rect">
            <a:avLst/>
          </a:prstGeom>
        </p:spPr>
        <p:txBody>
          <a:bodyPr/>
          <a:lstStyle/>
          <a:p>
            <a:r>
              <a:rPr lang="zh-CN">
                <a:ea typeface="宋体" charset="0"/>
              </a:rPr>
              <a:t>刘科杰</a:t>
            </a:r>
            <a:endParaRPr lang="zh-CN">
              <a:ea typeface="宋体" charset="0"/>
            </a:endParaRPr>
          </a:p>
        </p:txBody>
      </p:sp>
      <p:sp>
        <p:nvSpPr>
          <p:cNvPr id="208" name="Shape 208"/>
          <p:cNvSpPr/>
          <p:nvPr>
            <p:ph type="body" idx="15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文本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338455">
              <a:spcBef>
                <a:spcPts val="1600"/>
              </a:spcBef>
              <a:defRPr sz="3480"/>
            </a:lvl1pPr>
          </a:lstStyle>
          <a:p>
            <a:r>
              <a:rPr lang="en-US">
                <a:ea typeface="宋体" charset="0"/>
              </a:rPr>
              <a:t>xmllint</a:t>
            </a:r>
            <a:endParaRPr lang="en-US"/>
          </a:p>
        </p:txBody>
      </p:sp>
      <p:sp>
        <p:nvSpPr>
          <p:cNvPr id="179" name="Shape 179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t>xmllint --noout --schema zs.xsd baidu_zs.xml</a:t>
            </a:r>
          </a:p>
          <a:p/>
          <a:p>
            <a:r>
              <a:t>java  -jar ~/trang.jar baidu_zs.xml zs.xsd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171625531_1440x846.jpeg"/>
          <p:cNvPicPr>
            <a:picLocks noChangeAspect="1"/>
          </p:cNvPicPr>
          <p:nvPr>
            <p:ph type="pic" idx="13"/>
          </p:nvPr>
        </p:nvPicPr>
        <p:blipFill>
          <a:blip r:embed="rId1"/>
          <a:srcRect l="12113" t="1800" r="12146" b="1762"/>
          <a:stretch>
            <a:fillRect/>
          </a:stretch>
        </p:blipFill>
        <p:spPr>
          <a:xfrm>
            <a:off x="6502519" y="0"/>
            <a:ext cx="6502401" cy="4864100"/>
          </a:xfrm>
          <a:prstGeom prst="rect">
            <a:avLst/>
          </a:prstGeom>
        </p:spPr>
      </p:pic>
      <p:pic>
        <p:nvPicPr>
          <p:cNvPr id="211" name="183469334_1440x980.jpeg"/>
          <p:cNvPicPr>
            <a:picLocks noChangeAspect="1"/>
          </p:cNvPicPr>
          <p:nvPr>
            <p:ph type="pic" idx="14"/>
          </p:nvPr>
        </p:nvPicPr>
        <p:blipFill>
          <a:blip r:embed="rId2"/>
          <a:srcRect l="7610" t="4622" r="7610" b="2189"/>
          <a:stretch>
            <a:fillRect/>
          </a:stretch>
        </p:blipFill>
        <p:spPr>
          <a:xfrm>
            <a:off x="6502400" y="4876800"/>
            <a:ext cx="6502400" cy="4864100"/>
          </a:xfrm>
          <a:prstGeom prst="rect">
            <a:avLst/>
          </a:prstGeom>
        </p:spPr>
      </p:pic>
      <p:pic>
        <p:nvPicPr>
          <p:cNvPr id="212" name="186445883_1467x1619.jpeg"/>
          <p:cNvPicPr>
            <a:picLocks noChangeAspect="1"/>
          </p:cNvPicPr>
          <p:nvPr>
            <p:ph type="pic" idx="15"/>
          </p:nvPr>
        </p:nvPicPr>
        <p:blipFill>
          <a:blip r:embed="rId3"/>
          <a:srcRect l="11466" t="129" r="15533" b="129"/>
          <a:stretch>
            <a:fillRect/>
          </a:stretch>
        </p:blipFill>
        <p:spPr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108176231_2889x1907_2.jpeg"/>
          <p:cNvPicPr>
            <a:picLocks noChangeAspect="1"/>
          </p:cNvPicPr>
          <p:nvPr>
            <p:ph type="pic" idx="13"/>
          </p:nvPr>
        </p:nvPicPr>
        <p:blipFill>
          <a:blip r:embed="rId1"/>
          <a:srcRect l="6172" t="129" r="6044" b="129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286760" y="2987993"/>
            <a:ext cx="7934325" cy="18954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584200" rtl="0" latinLnBrk="0" hangingPunct="0"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9600" b="0" i="0" u="none" strike="noStrike" cap="none" spc="0" normalizeH="0" baseline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3Q</a:t>
            </a:r>
            <a:endParaRPr kumimoji="0" lang="en-US" altLang="zh-CN" sz="9600" b="0" i="0" u="none" strike="noStrike" cap="none" spc="0" normalizeH="0" baseline="0">
              <a:ln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effectLst/>
              <a:uFillTx/>
              <a:latin typeface="Avenir Next Medium"/>
              <a:ea typeface="Avenir Next Medium"/>
              <a:cs typeface="Avenir Next Medium"/>
              <a:sym typeface="Avenir Next Mediu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71310" y="7953058"/>
            <a:ext cx="4549775" cy="4756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584200" rtl="0" latinLnBrk="0" hangingPunct="0"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838787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王海波 </a:t>
            </a: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rgbClr val="838787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2016-05-26</a:t>
            </a:r>
            <a:endParaRPr kumimoji="0" lang="en-US" altLang="zh-CN" sz="2000" b="0" i="0" u="none" strike="noStrike" cap="none" spc="0" normalizeH="0" baseline="0">
              <a:ln>
                <a:noFill/>
              </a:ln>
              <a:solidFill>
                <a:srgbClr val="838787"/>
              </a:solidFill>
              <a:effectLst/>
              <a:uFillTx/>
              <a:latin typeface="Avenir Next Medium"/>
              <a:ea typeface="Avenir Next Medium"/>
              <a:cs typeface="Avenir Next Medium"/>
              <a:sym typeface="Avenir Next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theme/theme1.xml><?xml version="1.0" encoding="utf-8"?>
<a:theme xmlns:a="http://schemas.openxmlformats.org/drawingml/2006/main" name="New_Template7">
  <a:themeElements>
    <a:clrScheme name="New_Template7">
      <a:dk1>
        <a:srgbClr val="222222"/>
      </a:dk1>
      <a:lt1>
        <a:srgbClr val="838787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Baskerville SemiBold"/>
        <a:ea typeface="Baskerville SemiBold"/>
        <a:cs typeface="Baskerville SemiBold"/>
      </a:majorFont>
      <a:minorFont>
        <a:latin typeface="Baskerville SemiBold"/>
        <a:ea typeface="Baskerville SemiBold"/>
        <a:cs typeface="Baskerville SemiBol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8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Baskerville SemiBold"/>
          </a:defRPr>
        </a:defPPr>
        <a:lvl1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584200" rtl="0" latinLnBrk="0" hangingPunct="0">
          <a:spcBef>
            <a:spcPts val="240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Baskerville SemiBold"/>
        <a:ea typeface="Baskerville SemiBold"/>
        <a:cs typeface="Baskerville SemiBold"/>
      </a:majorFont>
      <a:minorFont>
        <a:latin typeface="Baskerville SemiBold"/>
        <a:ea typeface="Baskerville SemiBold"/>
        <a:cs typeface="Baskerville SemiBol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8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Baskerville SemiBold"/>
          </a:defRPr>
        </a:defPPr>
        <a:lvl1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584200" rtl="0" latinLnBrk="0" hangingPunct="0">
          <a:spcBef>
            <a:spcPts val="240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latinLnBrk="1" hangingPunct="0"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1344</Words>
  <Application>Kingsoft Office WPP</Application>
  <PresentationFormat/>
  <Paragraphs>93</Paragraphs>
  <Slides>25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6" baseType="lpstr">
      <vt:lpstr>New_Template7</vt:lpstr>
      <vt:lpstr>ModeRN PHP</vt:lpstr>
      <vt:lpstr>PowerPoint 演示文稿</vt:lpstr>
      <vt:lpstr>常见的答案</vt:lpstr>
      <vt:lpstr>继承（Inheritance）</vt:lpstr>
      <vt:lpstr>组合（Composition）</vt:lpstr>
      <vt:lpstr>怎么办？</vt:lpstr>
      <vt:lpstr>PowerPoint 演示文稿</vt:lpstr>
      <vt:lpstr>PowerPoint 演示文稿</vt:lpstr>
      <vt:lpstr>组合（Composition）</vt:lpstr>
      <vt:lpstr>PowerPoint 演示文稿</vt:lpstr>
      <vt:lpstr>PowerPoint 演示文稿</vt:lpstr>
      <vt:lpstr>PowerPoint 演示文稿</vt:lpstr>
      <vt:lpstr>性状（Trait）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生成器（yield）</vt:lpstr>
      <vt:lpstr>PowerPoint 演示文稿</vt:lpstr>
      <vt:lpstr>PowerPoint 演示文稿</vt:lpstr>
      <vt:lpstr>PowerPoint 演示文稿</vt:lpstr>
      <vt:lpstr>闭包（closures）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PHP</dc:title>
  <dc:creator/>
  <cp:lastModifiedBy>admin</cp:lastModifiedBy>
  <cp:revision>11</cp:revision>
  <dcterms:created xsi:type="dcterms:W3CDTF">2016-05-26T08:44:20Z</dcterms:created>
  <dcterms:modified xsi:type="dcterms:W3CDTF">2016-05-26T09:55:38Z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2052-10.1.0.5554</vt:lpwstr>
  </property>
</Properties>
</file>